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26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F3A66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F3A66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663440"/>
            <a:ext cx="2926080" cy="2926080"/>
          </a:xfrm>
          <a:prstGeom prst="ellipse">
            <a:avLst/>
          </a:prstGeom>
          <a:solidFill>
            <a:srgbClr val="294A82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768096"/>
            <a:ext cx="566928" cy="56692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428" y="909828"/>
            <a:ext cx="283464" cy="283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10928" y="768096"/>
            <a:ext cx="566928" cy="56692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909828"/>
            <a:ext cx="283464" cy="2834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424160" y="768096"/>
            <a:ext cx="566928" cy="56692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909828"/>
            <a:ext cx="283464" cy="28346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137392" y="768096"/>
            <a:ext cx="566928" cy="56692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9124" y="909828"/>
            <a:ext cx="283464" cy="2834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77240" y="18745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SELECTION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000" dirty="0"/>
          </a:p>
        </p:txBody>
      </p:sp>
      <p:sp>
        <p:nvSpPr>
          <p:cNvPr id="15" name="Text 9"/>
          <p:cNvSpPr/>
          <p:nvPr/>
        </p:nvSpPr>
        <p:spPr>
          <a:xfrm>
            <a:off x="822960" y="3611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Reservation Platform for Real-Time Seat Availability and Selection — Train | Bus | Flight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22960" y="457200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0E2244"/>
          </a:solidFill>
          <a:ln w="12700">
            <a:solidFill>
              <a:srgbClr val="2E4D8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097280" y="47365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97280" y="5074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Pravalika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F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2520030402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097280" y="5623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Hasini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F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2520030086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6675120" cy="4160520"/>
          </a:xfrm>
          <a:prstGeom prst="roundRect">
            <a:avLst>
              <a:gd name="adj" fmla="val 1319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1783080"/>
            <a:ext cx="6035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Selection System is an online reservation platform that allows users to view available seats and select their preferred seats before booking.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real-time seat availability, reduces booking errors, and improves user convenience for train, bus, and flight reservations.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18120" y="15087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0" y="1783080"/>
            <a:ext cx="640080" cy="64008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618" y="192709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06840" y="1508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Reservations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7818120" y="292608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0" y="3200400"/>
            <a:ext cx="640080" cy="64008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618" y="3344418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0684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818120" y="43434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0" y="4617720"/>
            <a:ext cx="640080" cy="640080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3618" y="4761738"/>
            <a:ext cx="352044" cy="3520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06840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Reservations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938528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computerized platform that lets passengers view available seats and reserve their preferred seats efficiently — eliminating manual allocation difficulties.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166360" cy="4617720"/>
          </a:xfrm>
          <a:prstGeom prst="roundRect">
            <a:avLst>
              <a:gd name="adj" fmla="val 118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Aims To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1993392"/>
            <a:ext cx="4709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reservation process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seat availability information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choose seats based on preferences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booking errors and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satisfaction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seat management activities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booking records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secure, reliable booking environment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429000"/>
            <a:ext cx="5166360" cy="2560320"/>
          </a:xfrm>
          <a:prstGeom prst="roundRect">
            <a:avLst>
              <a:gd name="adj" fmla="val 214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3593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3995928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computerized, passenger-friendly booking experience that eliminates difficulties of manual seat allocation across train, bus, and flight services.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600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Systems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of available seats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leads to errors and duplicate bookings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management of reservations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seat selection feature in many systems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customer dissatisfaction and poor booking experience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52A4D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600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Provides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92824" y="2258568"/>
            <a:ext cx="384048" cy="38404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93" y="2331537"/>
            <a:ext cx="238110" cy="238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seat availability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592824" y="2825496"/>
            <a:ext cx="384048" cy="38404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93" y="2898465"/>
            <a:ext cx="238110" cy="238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852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seat selection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92824" y="3392424"/>
            <a:ext cx="384048" cy="38404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93" y="3465393"/>
            <a:ext cx="238110" cy="238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3419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booking management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592824" y="3959352"/>
            <a:ext cx="384048" cy="38404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93" y="4032321"/>
            <a:ext cx="238110" cy="2381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9867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592824" y="4526280"/>
            <a:ext cx="384048" cy="384048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93" y="4599249"/>
            <a:ext cx="238110" cy="23811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4553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reservation records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of the Project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456432" cy="4572000"/>
          </a:xfrm>
          <a:prstGeom prst="roundRect">
            <a:avLst>
              <a:gd name="adj" fmla="val 158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21992" y="1682496"/>
            <a:ext cx="658368" cy="65836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125" y="1830629"/>
            <a:ext cx="362102" cy="362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450592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97280" y="2971800"/>
            <a:ext cx="290779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securely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search for transport services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preferred seats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seat availability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booking confirmation</a:t>
            </a:r>
            <a:endParaRPr lang="en-US" sz="1220" dirty="0"/>
          </a:p>
        </p:txBody>
      </p:sp>
      <p:sp>
        <p:nvSpPr>
          <p:cNvPr id="10" name="Shape 6"/>
          <p:cNvSpPr/>
          <p:nvPr/>
        </p:nvSpPr>
        <p:spPr>
          <a:xfrm>
            <a:off x="4507992" y="1417320"/>
            <a:ext cx="3456432" cy="4572000"/>
          </a:xfrm>
          <a:prstGeom prst="roundRect">
            <a:avLst>
              <a:gd name="adj" fmla="val 158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07024" y="1682496"/>
            <a:ext cx="658368" cy="65836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157" y="1830629"/>
            <a:ext cx="362102" cy="3621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45152" y="2450592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Goals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782312" y="2971800"/>
            <a:ext cx="290779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schedules efficiently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seat occupancy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user records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&amp; statistics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workload</a:t>
            </a:r>
            <a:endParaRPr lang="en-US" sz="1220" dirty="0"/>
          </a:p>
        </p:txBody>
      </p:sp>
      <p:sp>
        <p:nvSpPr>
          <p:cNvPr id="15" name="Shape 10"/>
          <p:cNvSpPr/>
          <p:nvPr/>
        </p:nvSpPr>
        <p:spPr>
          <a:xfrm>
            <a:off x="8193024" y="1417320"/>
            <a:ext cx="3456432" cy="4572000"/>
          </a:xfrm>
          <a:prstGeom prst="roundRect">
            <a:avLst>
              <a:gd name="adj" fmla="val 1587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592056" y="1682496"/>
            <a:ext cx="658368" cy="65836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0189" y="183062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30184" y="2450592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Goals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467344" y="2971800"/>
            <a:ext cx="290779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booking efficiency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reliability &amp; accuracy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system security</a:t>
            </a:r>
            <a:endParaRPr lang="en-US" sz="122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for future growth</a:t>
            </a:r>
            <a:endParaRPr lang="en-US" sz="122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10515600" cy="1325880"/>
          </a:xfrm>
          <a:prstGeom prst="roundRect">
            <a:avLst>
              <a:gd name="adj" fmla="val 413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52144" y="1810512"/>
            <a:ext cx="713232" cy="713232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621" y="1970989"/>
            <a:ext cx="392278" cy="3922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16733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2103120" y="203911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• Login • Search Services • View Seats • Select Seats • Confirm/Cancel Booking • Booking History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2960" y="3017520"/>
            <a:ext cx="10515600" cy="1325880"/>
          </a:xfrm>
          <a:prstGeom prst="roundRect">
            <a:avLst>
              <a:gd name="adj" fmla="val 413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152144" y="3319272"/>
            <a:ext cx="713232" cy="713232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621" y="3479749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03120" y="318211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2103120" y="354787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Add/Modify Schedules • Update Seat Status • Manage Bookings • Generate Reports • Manage Users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4526280"/>
            <a:ext cx="10515600" cy="1325880"/>
          </a:xfrm>
          <a:prstGeom prst="roundRect">
            <a:avLst>
              <a:gd name="adj" fmla="val 413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152144" y="4828032"/>
            <a:ext cx="713232" cy="713232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621" y="4988509"/>
            <a:ext cx="392278" cy="3922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03120" y="469087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2103120" y="5056632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• Real-Time Seat Updates • Reservation Tracking • Data Storage &amp; Retrieval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0140" y="162306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45" y="1777365"/>
            <a:ext cx="377190" cy="3771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673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97280" y="239572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controlling and managing the overall system, ensuring smooth operation across all modules.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3246120"/>
            <a:ext cx="4617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transportation schedules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seat information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reservations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user accounts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performance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customer complaints</a:t>
            </a:r>
            <a:endParaRPr lang="en-US" sz="1280" dirty="0"/>
          </a:p>
        </p:txBody>
      </p:sp>
      <p:sp>
        <p:nvSpPr>
          <p:cNvPr id="11" name="Shape 7"/>
          <p:cNvSpPr/>
          <p:nvPr/>
        </p:nvSpPr>
        <p:spPr>
          <a:xfrm>
            <a:off x="621792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52A4D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5100" y="1623060"/>
            <a:ext cx="685800" cy="685800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405" y="1777365"/>
            <a:ext cx="377190" cy="3771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673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/ User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92240" y="239572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9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transport seats by searching services, viewing availability, and confirming reservations.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3246120"/>
            <a:ext cx="4617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E3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securely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E3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train, bus &amp; flight services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E3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seat availability in real time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E3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preferred seats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E3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cancel bookings</a:t>
            </a:r>
            <a:endParaRPr lang="en-US" sz="128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E3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 history</a:t>
            </a:r>
            <a:endParaRPr lang="en-US" sz="128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Breakdown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account creation, validation, and secure storage of details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password verification, session management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trains/buses/flights, filter results, display schedules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Selection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seat layout, available/occupied seats, allow selection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selected seats, store details, generate confirmation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cancellation, update availability, maintain records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80" b="1" dirty="0">
                          <a:solidFill>
                            <a:srgbClr val="1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3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booking reports, occupancy stats, reservation history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06424" y="1636776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83" y="1764335"/>
            <a:ext cx="311810" cy="3118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6184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097280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processing, multiple simultaneous users, no-delay seat display</a:t>
            </a:r>
            <a:endParaRPr lang="en-US" sz="1130" dirty="0"/>
          </a:p>
        </p:txBody>
      </p:sp>
      <p:sp>
        <p:nvSpPr>
          <p:cNvPr id="10" name="Shape 6"/>
          <p:cNvSpPr/>
          <p:nvPr/>
        </p:nvSpPr>
        <p:spPr>
          <a:xfrm>
            <a:off x="4507992" y="141732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91456" y="1636776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015" y="1764335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68112" y="16184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782312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user data, secure authentication, no unauthorized access</a:t>
            </a:r>
            <a:endParaRPr lang="en-US" sz="1130" dirty="0"/>
          </a:p>
        </p:txBody>
      </p:sp>
      <p:sp>
        <p:nvSpPr>
          <p:cNvPr id="15" name="Shape 10"/>
          <p:cNvSpPr/>
          <p:nvPr/>
        </p:nvSpPr>
        <p:spPr>
          <a:xfrm>
            <a:off x="8193024" y="141732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76488" y="1636776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047" y="1764335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53144" y="161848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467344" y="228600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operation, accurate records, no duplicate reservations</a:t>
            </a:r>
            <a:endParaRPr lang="en-US" sz="1130" dirty="0"/>
          </a:p>
        </p:txBody>
      </p:sp>
      <p:sp>
        <p:nvSpPr>
          <p:cNvPr id="20" name="Shape 14"/>
          <p:cNvSpPr/>
          <p:nvPr/>
        </p:nvSpPr>
        <p:spPr>
          <a:xfrm>
            <a:off x="822960" y="379476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106424" y="4014216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983" y="4141775"/>
            <a:ext cx="311810" cy="3118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399592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097280" y="466344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interface, easy navigation, minimal training required</a:t>
            </a:r>
            <a:endParaRPr lang="en-US" sz="1130" dirty="0"/>
          </a:p>
        </p:txBody>
      </p:sp>
      <p:sp>
        <p:nvSpPr>
          <p:cNvPr id="25" name="Shape 18"/>
          <p:cNvSpPr/>
          <p:nvPr/>
        </p:nvSpPr>
        <p:spPr>
          <a:xfrm>
            <a:off x="4507992" y="379476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791456" y="4014216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015" y="4141775"/>
            <a:ext cx="311810" cy="31181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68112" y="399592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782312" y="466344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expansion, increased traffic, additional services</a:t>
            </a:r>
            <a:endParaRPr lang="en-US" sz="1130" dirty="0"/>
          </a:p>
        </p:txBody>
      </p:sp>
      <p:sp>
        <p:nvSpPr>
          <p:cNvPr id="30" name="Shape 22"/>
          <p:cNvSpPr/>
          <p:nvPr/>
        </p:nvSpPr>
        <p:spPr>
          <a:xfrm>
            <a:off x="8193024" y="3794760"/>
            <a:ext cx="3456432" cy="2148840"/>
          </a:xfrm>
          <a:prstGeom prst="roundRect">
            <a:avLst>
              <a:gd name="adj" fmla="val 2553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476488" y="4014216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047" y="4141775"/>
            <a:ext cx="311810" cy="31181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53144" y="399592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467344" y="4663440"/>
            <a:ext cx="2907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update, supports bug fixes &amp; future features</a:t>
            </a:r>
            <a:endParaRPr lang="en-US" sz="1130" dirty="0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12064"/>
            <a:ext cx="566928" cy="566928"/>
          </a:xfrm>
          <a:prstGeom prst="ellipse">
            <a:avLst/>
          </a:prstGeom>
          <a:solidFill>
            <a:srgbClr val="EAF1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5" y="639623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Acceptance Criteria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600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9728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internet connectivity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remains available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operates correctly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are updated regularly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provide accurate information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perform regular maintenance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data is stored securely</a:t>
            </a:r>
            <a:endParaRPr lang="en-US" sz="128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52A4D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600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620256" y="2121408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2183953"/>
            <a:ext cx="204094" cy="2040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9168" y="20848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register &amp; log in securely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620256" y="2610612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2673157"/>
            <a:ext cx="204094" cy="2040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59168" y="25740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search, view &amp; select seats without errors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620256" y="3099816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3162361"/>
            <a:ext cx="204094" cy="2040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9168" y="3063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received correctly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620256" y="3589020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3651565"/>
            <a:ext cx="204094" cy="20409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59168" y="35524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schedules, status &amp; reports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620256" y="4078224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4140769"/>
            <a:ext cx="204094" cy="20409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59168" y="4041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seat booking occurs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620256" y="4567428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4629973"/>
            <a:ext cx="204094" cy="20409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59168" y="45308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seat updates work correctly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620256" y="5056632"/>
            <a:ext cx="329184" cy="329184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01" y="5119177"/>
            <a:ext cx="204094" cy="20409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59168" y="50200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responds within acceptable time limits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SYSTEM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302E9-64FE-3E5D-19DD-6E0EA32D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317617" cy="3013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6A40E2-2664-4862-9476-A86BCAB41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597" y="69876"/>
            <a:ext cx="3622456" cy="2943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605D6-7277-531D-E999-798180A97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775" y="278844"/>
            <a:ext cx="4235521" cy="2456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0D61F4-5BA0-F6F2-9E77-354DD5918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36" y="3032428"/>
            <a:ext cx="1828958" cy="38255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EA24BE-1A69-D1FA-8E69-D30A94E66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7097" y="3068929"/>
            <a:ext cx="2915219" cy="37525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B10A83-2FC4-F55E-EF80-C9F480DD28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820" y="3013789"/>
            <a:ext cx="2385994" cy="36575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18C161-4734-F8E7-C64A-E3005CC53F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9318" y="3032428"/>
            <a:ext cx="2631645" cy="358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943600" cy="5943600"/>
          </a:xfrm>
          <a:prstGeom prst="ellipse">
            <a:avLst/>
          </a:prstGeom>
          <a:solidFill>
            <a:srgbClr val="1F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5486400" cy="5486400"/>
          </a:xfrm>
          <a:prstGeom prst="ellipse">
            <a:avLst/>
          </a:prstGeom>
          <a:solidFill>
            <a:srgbClr val="1F3A66"/>
          </a:solidFill>
          <a:ln/>
        </p:spPr>
      </p:sp>
      <p:sp>
        <p:nvSpPr>
          <p:cNvPr id="4" name="Shape 2"/>
          <p:cNvSpPr/>
          <p:nvPr/>
        </p:nvSpPr>
        <p:spPr>
          <a:xfrm>
            <a:off x="3246120" y="777240"/>
            <a:ext cx="640080" cy="640080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140" y="937260"/>
            <a:ext cx="320040" cy="320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83480" y="777240"/>
            <a:ext cx="640080" cy="640080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937260"/>
            <a:ext cx="320040" cy="320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20840" y="777240"/>
            <a:ext cx="640080" cy="640080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860" y="937260"/>
            <a:ext cx="320040" cy="3200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458200" y="777240"/>
            <a:ext cx="640080" cy="640080"/>
          </a:xfrm>
          <a:prstGeom prst="ellipse">
            <a:avLst/>
          </a:prstGeom>
          <a:solidFill>
            <a:srgbClr val="29508C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9372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3" name="Text 7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9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&amp; Attention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5175504" y="4069080"/>
            <a:ext cx="1828800" cy="0"/>
          </a:xfrm>
          <a:prstGeom prst="line">
            <a:avLst/>
          </a:prstGeom>
          <a:noFill/>
          <a:ln w="19050">
            <a:solidFill>
              <a:srgbClr val="3E6BB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0" y="425196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Seats. Smoother Journeys.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Pravalika (2520030402)   •   Hasini (2520030086)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729</Words>
  <Application>Microsoft Office PowerPoint</Application>
  <PresentationFormat>Widescreen</PresentationFormat>
  <Paragraphs>165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 Selection System</dc:title>
  <dc:subject>PptxGenJS Presentation</dc:subject>
  <dc:creator>R.Pravalika &amp; Hasini</dc:creator>
  <cp:lastModifiedBy>rikki pravalika</cp:lastModifiedBy>
  <cp:revision>2</cp:revision>
  <dcterms:created xsi:type="dcterms:W3CDTF">2026-06-19T06:14:51Z</dcterms:created>
  <dcterms:modified xsi:type="dcterms:W3CDTF">2026-06-19T06:25:29Z</dcterms:modified>
</cp:coreProperties>
</file>