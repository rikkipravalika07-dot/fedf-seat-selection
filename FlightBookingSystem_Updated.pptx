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658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E8C9A0">
              <a:alpha val="60000"/>
            </a:srgbClr>
          </a:solidFill>
          <a:ln w="12700">
            <a:solidFill>
              <a:srgbClr val="E8C9A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F2E0C0">
              <a:alpha val="70000"/>
            </a:srgbClr>
          </a:solidFill>
          <a:ln w="12700">
            <a:solidFill>
              <a:srgbClr val="F2E0C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474720"/>
            <a:ext cx="2286000" cy="2286000"/>
          </a:xfrm>
          <a:prstGeom prst="ellipse">
            <a:avLst/>
          </a:prstGeom>
          <a:solidFill>
            <a:srgbClr val="E8C9A0">
              <a:alpha val="50000"/>
            </a:srgbClr>
          </a:solidFill>
          <a:ln w="12700">
            <a:solidFill>
              <a:srgbClr val="E8C9A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320040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320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KLH UNIVERSITY  ·  FEDF (25CS1201E)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seat selection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3474720" y="2834640"/>
            <a:ext cx="2194560" cy="4572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Chandra Hasini</a:t>
            </a:r>
            <a:r>
              <a:rPr lang="en-US" sz="14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2520030086</a:t>
            </a:r>
            <a:r>
              <a:rPr lang="en-US" sz="14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R. Pravalika</a:t>
            </a:r>
            <a:r>
              <a:rPr lang="en-US" sz="14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2520030402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41605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2E0C0"/>
          </a:solidFill>
          <a:ln w="12700">
            <a:solidFill>
              <a:srgbClr val="C8773A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2A"/>
                </a:solidFill>
              </a:rPr>
              <a:t>HTML5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41605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2E0C0"/>
          </a:solidFill>
          <a:ln w="12700">
            <a:solidFill>
              <a:srgbClr val="C8773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2A"/>
                </a:solidFill>
              </a:rPr>
              <a:t>CSS3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77640" y="41605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2E0C0"/>
          </a:solidFill>
          <a:ln w="12700">
            <a:solidFill>
              <a:srgbClr val="C8773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2A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41605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2E0C0"/>
          </a:solidFill>
          <a:ln w="12700">
            <a:solidFill>
              <a:srgbClr val="C8773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2A"/>
                </a:solidFill>
              </a:rPr>
              <a:t>jsPDF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41605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2E0C0"/>
          </a:solidFill>
          <a:ln w="12700">
            <a:solidFill>
              <a:srgbClr val="C8773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2A"/>
                </a:solidFill>
              </a:rPr>
              <a:t>localStorage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  ·  Term III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F2E0C0">
              <a:alpha val="65000"/>
            </a:srgbClr>
          </a:solidFill>
          <a:ln w="12700">
            <a:solidFill>
              <a:srgbClr val="F2E0C0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560320" cy="2560320"/>
          </a:xfrm>
          <a:prstGeom prst="ellipse">
            <a:avLst/>
          </a:prstGeom>
          <a:solidFill>
            <a:srgbClr val="E8C9A0">
              <a:alpha val="55000"/>
            </a:srgbClr>
          </a:solidFill>
          <a:ln w="12700">
            <a:solidFill>
              <a:srgbClr val="E8C9A0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secure seat selection is a web-based application developed using HTML, CSS, and JavaScript to simplify airline ticket reservation processes. The system provides an interactive and user-friendly interface where users can select departure and destination cities, choose available flights, pick travel classes, and reserve seats through a visual seat layout.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8138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features real-time seat selection, booking confirmation, payment simulation, PDF ticket generation via jsPDF, and booking history stored in localStorage. Booked seats are automatically marked unavailable to prevent double-booking, while dynamic flight filtering displays airlines, prices, and seating layouts based on user selections.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3886200" cy="347472"/>
          </a:xfrm>
          <a:prstGeom prst="roundRect">
            <a:avLst>
              <a:gd name="adj" fmla="val 26316"/>
            </a:avLst>
          </a:prstGeom>
          <a:solidFill>
            <a:srgbClr val="F2E0C0"/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703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Real-time Seat Selection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3703320"/>
            <a:ext cx="3886200" cy="347472"/>
          </a:xfrm>
          <a:prstGeom prst="roundRect">
            <a:avLst>
              <a:gd name="adj" fmla="val 26316"/>
            </a:avLst>
          </a:prstGeom>
          <a:solidFill>
            <a:srgbClr val="F2E0C0"/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703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PDF Ticket Generation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3886200" cy="347472"/>
          </a:xfrm>
          <a:prstGeom prst="roundRect">
            <a:avLst>
              <a:gd name="adj" fmla="val 26316"/>
            </a:avLst>
          </a:prstGeom>
          <a:solidFill>
            <a:srgbClr val="F2E0C0"/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160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Payment Simulation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4160520"/>
            <a:ext cx="3886200" cy="347472"/>
          </a:xfrm>
          <a:prstGeom prst="roundRect">
            <a:avLst>
              <a:gd name="adj" fmla="val 26316"/>
            </a:avLst>
          </a:prstGeom>
          <a:solidFill>
            <a:srgbClr val="F2E0C0"/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160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Booking History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E8C9A0">
              <a:alpha val="55000"/>
            </a:srgbClr>
          </a:solidFill>
          <a:ln w="12700">
            <a:solidFill>
              <a:srgbClr val="E8C9A0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flight booking platforms are complex, cluttered, and require external apps or backend services. Users face difficulty in selecting seats visually, generating tickets instantly, and managing bookings without a server. There is a clear need for a lightweight, browser-based flight reservation tool that delivers a complete booking experience using only front-end technologies.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514600"/>
            <a:ext cx="2651760" cy="233172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31546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Visual Seat Selection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lack interactive seat maps; users cannot choose specific seats easily.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2514600"/>
            <a:ext cx="2651760" cy="233172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55848" y="31546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Instant Tickets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lightweight apps don't support on-the-spot PDF ticket generation without a backend.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2651760" cy="233172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36208" y="31546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Offline History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 is lost on page refresh without database support or local storage usage.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645152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This Flight Booking System solves all three using pure HTML, CSS, JavaScript, and the jsPDF library.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F2E0C0">
              <a:alpha val="60000"/>
            </a:srgbClr>
          </a:solidFill>
          <a:ln w="12700">
            <a:solidFill>
              <a:srgbClr val="F2E0C0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931920"/>
          </a:xfrm>
          <a:prstGeom prst="roundRect">
            <a:avLst>
              <a:gd name="adj" fmla="val 4186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4A2C0A"/>
          </a:solidFill>
          <a:ln w="12700">
            <a:solidFill>
              <a:srgbClr val="4A2C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(HTML &amp; CSS)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webpage structure, forms, buttons, and responsive layout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styling, animations, color themes, and UI components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backgrounds and glassmorphism card design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Modal-based payment windows for enhanced UX</a:t>
            </a:r>
            <a:endParaRPr lang="en-US" sz="115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C8773A"/>
                </a:solidFill>
                <a:latin typeface="Calibri" pitchFamily="34" charset="0"/>
              </a:rPr>
              <a:t>Course Mapping — CO1: </a:t>
            </a:r>
            <a:r>
              <a:rPr lang="en-US" sz="1000" i="1" dirty="0">
                <a:solidFill>
                  <a:srgbClr val="7B4B2A"/>
                </a:solidFill>
                <a:latin typeface="Calibri" pitchFamily="34" charset="0"/>
              </a:rPr>
              <a:t>Declarative UI structuring &amp; component-driven layout thinking</a:t>
            </a:r>
            <a:endParaRPr lang="en-US" sz="1000" i="1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14800" cy="3931920"/>
          </a:xfrm>
          <a:prstGeom prst="roundRect">
            <a:avLst>
              <a:gd name="adj" fmla="val 4186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51560"/>
            <a:ext cx="548640" cy="548640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051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Selection &amp; Route Management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source &amp; destination city selection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flight filtering and flight details display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airlines, prices, and layouts per selection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931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8773A"/>
                </a:solidFill>
                <a:latin typeface="Calibri" pitchFamily="34" charset="0"/>
              </a:rPr>
              <a:t>Course Mapping — CO2/CO3: </a:t>
            </a:r>
            <a:r>
              <a:rPr lang="en-US" sz="1000" i="1" dirty="0">
                <a:solidFill>
                  <a:srgbClr val="7B4B2A"/>
                </a:solidFill>
                <a:latin typeface="Calibri" pitchFamily="34" charset="0"/>
              </a:rPr>
              <a:t>Modular JS functions &amp; reusable component-style UI blocks</a:t>
            </a:r>
            <a:endParaRPr lang="en-US" sz="1000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2560320" cy="2560320"/>
          </a:xfrm>
          <a:prstGeom prst="ellipse">
            <a:avLst/>
          </a:prstGeom>
          <a:solidFill>
            <a:srgbClr val="E8C9A0">
              <a:alpha val="60000"/>
            </a:srgbClr>
          </a:solidFill>
          <a:ln w="12700">
            <a:solidFill>
              <a:srgbClr val="E8C9A0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931920"/>
          </a:xfrm>
          <a:prstGeom prst="roundRect">
            <a:avLst>
              <a:gd name="adj" fmla="val 4186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A0785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 Booking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seat layout generation and seat selection mechanism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Booked-seat restrictions and availability updates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double booking by marking reserved seats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8773A"/>
                </a:solidFill>
                <a:latin typeface="Calibri" pitchFamily="34" charset="0"/>
              </a:rPr>
              <a:t>Course Mapping — CO4: </a:t>
            </a:r>
            <a:r>
              <a:rPr lang="en-US" sz="1000" i="1" dirty="0">
                <a:solidFill>
                  <a:srgbClr val="7B4B2A"/>
                </a:solidFill>
                <a:latin typeface="Calibri" pitchFamily="34" charset="0"/>
              </a:rPr>
              <a:t>Dynamic state updates &amp; seat-availability data architecture</a:t>
            </a:r>
            <a:endParaRPr lang="en-US" sz="1000" i="1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14800" cy="3931920"/>
          </a:xfrm>
          <a:prstGeom prst="roundRect">
            <a:avLst>
              <a:gd name="adj" fmla="val 4186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51560"/>
            <a:ext cx="548640" cy="548640"/>
          </a:xfrm>
          <a:prstGeom prst="ellipse">
            <a:avLst/>
          </a:prstGeom>
          <a:solidFill>
            <a:srgbClr val="D4A029"/>
          </a:solidFill>
          <a:ln w="12700">
            <a:solidFill>
              <a:srgbClr val="D4A0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051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&amp; Ticket Generation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payment modal and booking confirmation process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ticket generation using the jsPDF library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downloadable ticket after booking confirmation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931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8773A"/>
                </a:solidFill>
                <a:latin typeface="Calibri" pitchFamily="34" charset="0"/>
              </a:rPr>
              <a:t>Course Mapping — CO5: </a:t>
            </a:r>
            <a:r>
              <a:rPr lang="en-US" sz="1000" i="1" dirty="0">
                <a:solidFill>
                  <a:srgbClr val="7B4B2A"/>
                </a:solidFill>
                <a:latin typeface="Calibri" pitchFamily="34" charset="0"/>
              </a:rPr>
              <a:t>Controlled form inputs, validation pipeline &amp; error surfacing</a:t>
            </a:r>
            <a:endParaRPr lang="en-US" sz="10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2E0C0">
              <a:alpha val="60000"/>
            </a:srgbClr>
          </a:solidFill>
          <a:ln w="12700">
            <a:solidFill>
              <a:srgbClr val="F2E0C0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920240"/>
          </a:xfrm>
          <a:prstGeom prst="roundRect">
            <a:avLst>
              <a:gd name="adj" fmla="val 8571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History &amp; Local Storage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2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storage of booking records using localStorage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2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booking history display and retrieval functionality</a:t>
            </a:r>
            <a:endParaRPr lang="en-US" sz="120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C8773A"/>
                </a:solidFill>
                <a:latin typeface="Calibri" pitchFamily="34" charset="0"/>
              </a:rPr>
              <a:t>Course Mapping — CO6: </a:t>
            </a:r>
            <a:r>
              <a:rPr lang="en-US" sz="1000" i="1" dirty="0">
                <a:solidFill>
                  <a:srgbClr val="7B4B2A"/>
                </a:solidFill>
                <a:latin typeface="Calibri" pitchFamily="34" charset="0"/>
              </a:rPr>
              <a:t>Client-side data persistence &amp; production-readiness practices</a:t>
            </a:r>
            <a:endParaRPr lang="en-US" sz="1000" i="1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/ Platforms / Software Used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Webpage structure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70332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responsive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70332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logic &amp; interactivity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Library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ticket generation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43434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3434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Chrome/Edge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F2E0C0">
              <a:alpha val="65000"/>
            </a:srgbClr>
          </a:solidFill>
          <a:ln w="12700">
            <a:solidFill>
              <a:srgbClr val="F2E0C0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E8C9A0">
              <a:alpha val="55000"/>
            </a:srgbClr>
          </a:solidFill>
          <a:ln w="12700">
            <a:solidFill>
              <a:srgbClr val="E8C9A0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69080" cy="1536192"/>
          </a:xfrm>
          <a:prstGeom prst="roundRect">
            <a:avLst>
              <a:gd name="adj" fmla="val 8929"/>
            </a:avLst>
          </a:prstGeom>
          <a:solidFill>
            <a:srgbClr val="4A2C0A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Front-End Booking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E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 full flight reservation workflow — search, seat selection, payment, and ticket download — entirely in the browser.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69080" cy="1536192"/>
          </a:xfrm>
          <a:prstGeom prst="roundRect">
            <a:avLst>
              <a:gd name="adj" fmla="val 8929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13248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UI/UX Techniques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cards, gradient backgrounds, responsive layouts, and animated modals deliver a polished user experience.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4069080" cy="1536192"/>
          </a:xfrm>
          <a:prstGeom prst="roundRect">
            <a:avLst>
              <a:gd name="adj" fmla="val 8929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30906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Client-Side 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478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API ensures booking history and seat data survive page refreshes without any backend or database.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953512"/>
            <a:ext cx="4069080" cy="1536192"/>
          </a:xfrm>
          <a:prstGeom prst="roundRect">
            <a:avLst>
              <a:gd name="adj" fmla="val 8929"/>
            </a:avLst>
          </a:prstGeom>
          <a:solidFill>
            <a:srgbClr val="4A2C0A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13248" y="30906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E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with date selection, baggage options, flight comparison, real-time DB connectivity, and push notifications.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2E0C0">
              <a:alpha val="70000"/>
            </a:srgbClr>
          </a:solidFill>
          <a:ln w="12700">
            <a:solidFill>
              <a:srgbClr val="F2E0C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E8C9A0">
              <a:alpha val="65000"/>
            </a:srgbClr>
          </a:solidFill>
          <a:ln w="12700">
            <a:solidFill>
              <a:srgbClr val="E8C9A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731520"/>
            <a:ext cx="2286000" cy="2286000"/>
          </a:xfrm>
          <a:prstGeom prst="ellipse">
            <a:avLst/>
          </a:prstGeom>
          <a:solidFill>
            <a:srgbClr val="E8C9A0">
              <a:alpha val="50000"/>
            </a:srgbClr>
          </a:solidFill>
          <a:ln w="12700">
            <a:solidFill>
              <a:srgbClr val="E8C9A0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Booking System  ·  FEDF (25CS1201E)  ·  KLH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4572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3383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Chandra Hasini
</a:t>
            </a:r>
            <a:r>
              <a:rPr lang="en-US" sz="11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2520030086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3383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Pravalika
</a:t>
            </a:r>
            <a:r>
              <a:rPr lang="en-US" sz="11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  ·  Term III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On-screen Show (16:9)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Booking System</dc:title>
  <dc:subject>PptxGenJS Presentation</dc:subject>
  <dc:creator>PptxGenJS</dc:creator>
  <cp:lastModifiedBy>rikki pravalika</cp:lastModifiedBy>
  <cp:revision>2</cp:revision>
  <dcterms:created xsi:type="dcterms:W3CDTF">2026-06-19T08:25:25Z</dcterms:created>
  <dcterms:modified xsi:type="dcterms:W3CDTF">2026-06-19T09:16:30Z</dcterms:modified>
</cp:coreProperties>
</file>